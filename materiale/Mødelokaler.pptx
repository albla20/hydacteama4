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CF169-7DF0-4BCE-8567-39D5947B8974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4C316-10D2-4165-A435-7F92F07DDF1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316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C1C9F-A658-48E2-A5D0-FF82E680BC5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1723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smtClean="0"/>
              <a:t>Klik for at redigere undertiteltypografien i masteren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23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690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8980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67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376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2034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934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smtClean="0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4964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 smtClean="0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820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466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118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68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Rediger typografien i masterens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CEE0B-6499-41A2-A229-5E6298FABE7E}" type="datetimeFigureOut">
              <a:rPr lang="da-DK" smtClean="0"/>
              <a:t>10-09-2020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17280-E6A1-4F8F-95FA-495070603B9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680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1065247" y="1053005"/>
            <a:ext cx="6462027" cy="6319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000"/>
              </a:lnSpc>
            </a:pPr>
            <a:r>
              <a:rPr lang="en-US" sz="3600" spc="100" dirty="0" err="1">
                <a:solidFill>
                  <a:schemeClr val="accent3"/>
                </a:solidFill>
                <a:latin typeface="Poppins SemiBold" panose="02000000000000000000" pitchFamily="2" charset="0"/>
                <a:ea typeface="Lato" panose="020F0502020204030203" pitchFamily="34" charset="0"/>
                <a:cs typeface="Poppins SemiBold" panose="02000000000000000000" pitchFamily="2" charset="0"/>
              </a:rPr>
              <a:t>Gæsteliste</a:t>
            </a:r>
            <a:r>
              <a:rPr lang="en-US" sz="3600" spc="100" dirty="0">
                <a:solidFill>
                  <a:schemeClr val="accent3"/>
                </a:solidFill>
                <a:latin typeface="Poppins SemiBold" panose="02000000000000000000" pitchFamily="2" charset="0"/>
                <a:ea typeface="Lato" panose="020F0502020204030203" pitchFamily="34" charset="0"/>
                <a:cs typeface="Poppins SemiBold" panose="02000000000000000000" pitchFamily="2" charset="0"/>
              </a:rPr>
              <a:t> </a:t>
            </a:r>
            <a:r>
              <a:rPr lang="en-US" sz="3600" spc="100" dirty="0" err="1">
                <a:solidFill>
                  <a:schemeClr val="accent3"/>
                </a:solidFill>
                <a:latin typeface="Poppins SemiBold" panose="02000000000000000000" pitchFamily="2" charset="0"/>
                <a:ea typeface="Lato" panose="020F0502020204030203" pitchFamily="34" charset="0"/>
                <a:cs typeface="Poppins SemiBold" panose="02000000000000000000" pitchFamily="2" charset="0"/>
              </a:rPr>
              <a:t>og</a:t>
            </a:r>
            <a:r>
              <a:rPr lang="en-US" sz="3600" spc="100" dirty="0">
                <a:solidFill>
                  <a:schemeClr val="accent3"/>
                </a:solidFill>
                <a:latin typeface="Poppins SemiBold" panose="02000000000000000000" pitchFamily="2" charset="0"/>
                <a:ea typeface="Lato" panose="020F0502020204030203" pitchFamily="34" charset="0"/>
                <a:cs typeface="Poppins SemiBold" panose="02000000000000000000" pitchFamily="2" charset="0"/>
              </a:rPr>
              <a:t> </a:t>
            </a:r>
            <a:r>
              <a:rPr lang="en-US" sz="3600" spc="100" dirty="0" err="1">
                <a:solidFill>
                  <a:schemeClr val="accent3"/>
                </a:solidFill>
                <a:latin typeface="Poppins SemiBold" panose="02000000000000000000" pitchFamily="2" charset="0"/>
                <a:ea typeface="Lato" panose="020F0502020204030203" pitchFamily="34" charset="0"/>
                <a:cs typeface="Poppins SemiBold" panose="02000000000000000000" pitchFamily="2" charset="0"/>
              </a:rPr>
              <a:t>Mødelokaler</a:t>
            </a:r>
            <a:endParaRPr lang="en-US" sz="3600" spc="100" dirty="0">
              <a:solidFill>
                <a:schemeClr val="bg2"/>
              </a:solidFill>
              <a:latin typeface="Poppins SemiBold" panose="02000000000000000000" pitchFamily="2" charset="0"/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F539028E-B667-4740-A746-6E89B0887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30" y="2382206"/>
            <a:ext cx="4893578" cy="3670184"/>
          </a:xfrm>
          <a:prstGeom prst="rect">
            <a:avLst/>
          </a:prstGeom>
        </p:spPr>
      </p:pic>
      <p:pic>
        <p:nvPicPr>
          <p:cNvPr id="10" name="Picture 9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ABF7BB41-6E00-4156-B07D-1C3BD5D492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1169"/>
          <a:stretch/>
        </p:blipFill>
        <p:spPr>
          <a:xfrm>
            <a:off x="6494503" y="2297604"/>
            <a:ext cx="4874060" cy="375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1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Lato</vt:lpstr>
      <vt:lpstr>Poppins SemiBold</vt:lpstr>
      <vt:lpstr>Office-tema</vt:lpstr>
      <vt:lpstr>PowerPoint-præsentation</vt:lpstr>
    </vt:vector>
  </TitlesOfParts>
  <Company>University College Lillebælt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Tove Zöga Larsen</dc:creator>
  <cp:lastModifiedBy>Tove Zöga Larsen</cp:lastModifiedBy>
  <cp:revision>1</cp:revision>
  <dcterms:created xsi:type="dcterms:W3CDTF">2020-09-10T09:07:39Z</dcterms:created>
  <dcterms:modified xsi:type="dcterms:W3CDTF">2020-09-10T09:07:53Z</dcterms:modified>
</cp:coreProperties>
</file>